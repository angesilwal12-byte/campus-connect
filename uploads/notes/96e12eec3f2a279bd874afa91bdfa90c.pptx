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981"/>
    <p:restoredTop sz="94651"/>
  </p:normalViewPr>
  <p:slideViewPr>
    <p:cSldViewPr snapToGrid="0" snapToObjects="1">
      <p:cViewPr varScale="1">
        <p:scale>
          <a:sx n="25" d="100"/>
          <a:sy n="25" d="100"/>
        </p:scale>
        <p:origin x="160" y="1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Introduction to Risk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63256" y="1453895"/>
            <a:ext cx="3767328" cy="427024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08760"/>
            <a:ext cx="36576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74420"/>
            <a:ext cx="6693408" cy="52440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rPr kern="500" dirty="0"/>
              <a:t>•  Software projects involve uncertainty and possible problems.</a:t>
            </a: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rPr kern="500" dirty="0"/>
              <a:t>•  These problems can affect cost, time, quality, and project success.</a:t>
            </a: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rPr kern="500" dirty="0"/>
              <a:t>•  Risk management helps identify and handle these possible problems.</a:t>
            </a:r>
            <a:endParaRPr lang="en-US"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endParaRPr kern="500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rPr kern="500" dirty="0"/>
              <a:t>•  Its main goal is to reduce the negative impact of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What is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9015" y="1362456"/>
            <a:ext cx="3447288" cy="463600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9" y="1479042"/>
            <a:ext cx="3794759" cy="4713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697" y="1389888"/>
            <a:ext cx="7110983" cy="489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A risk is an uncertain event that may negatively affect a software project.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A risk may cause problems with: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Cost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Schedule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Quality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Resources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Examples: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Requirement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Technical failure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Developer leaving the project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1E3752"/>
                </a:solidFill>
                <a:latin typeface="Arial"/>
              </a:defRPr>
            </a:pPr>
            <a:r>
              <a:rPr dirty="0"/>
              <a:t>Risk = Probability of occurrence ×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Types of Software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9015" y="1362456"/>
            <a:ext cx="3447288" cy="463600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3375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89888"/>
            <a:ext cx="6995160" cy="489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1. Project Risks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Risks related to project management.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Schedule delays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Budget problems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Lack of resources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2. Technical Risks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Risks related to technology and development.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New technology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Integration problems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Software defects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3. Business Risks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Risks affecting the business or product.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Market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Loss of customers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420">
                <a:solidFill>
                  <a:srgbClr val="2D2D2D"/>
                </a:solidFill>
                <a:latin typeface="Arial"/>
              </a:defRPr>
            </a:pPr>
            <a:r>
              <a:t>•  Business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Risk Management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9015" y="1362456"/>
            <a:ext cx="3447288" cy="463600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3375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0561" y="1365344"/>
            <a:ext cx="6995160" cy="489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1. Risk Identification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Find possible risks before they become problems.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2. Risk Analysis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Determine the probability and impact of each risk.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3. Risk Response / Planning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Decide how the team will deal with the risk.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4. Risk Monitoring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Continuously observe and control the risks.</a:t>
            </a:r>
            <a:endParaRPr lang="en-US" dirty="0"/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1E3752"/>
                </a:solidFill>
                <a:latin typeface="Arial"/>
              </a:defRPr>
            </a:pPr>
            <a:r>
              <a:rPr dirty="0"/>
              <a:t>Identify → Analyze → Respond →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Risk Identification and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9015" y="1362456"/>
            <a:ext cx="3447288" cy="463600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3375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89888"/>
            <a:ext cx="6995160" cy="489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Risk Identification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Finding possible risks before they cause problems.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Common techniques: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Brainstorming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Expert judgment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Checklists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Previous project experience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t>Risk Analysis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Risks are evaluated using two factors: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Probability – How likely is it to occur?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•  Impact – How serious will its effect be?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1E3752"/>
                </a:solidFill>
                <a:latin typeface="Arial"/>
              </a:defRPr>
            </a:pPr>
            <a:r>
              <a:t>High probability + High impact = High-priority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Risk Response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9015" y="1362456"/>
            <a:ext cx="3447288" cy="463600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3375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697" y="1202436"/>
            <a:ext cx="5669281" cy="53008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After analyzing a risk, the team decides how to handle it.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endParaRPr lang="en-US"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1. Avoid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Change the plan to eliminate the risk.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2. Mitigate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Take action to reduce its probability or impact.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3. Transfer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Shift the risk to another party.</a:t>
            </a:r>
            <a:endParaRPr lang="en-US" dirty="0"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4. Accept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Accept the risk when its impact is small or unavoidable.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43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52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27080" cy="228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46C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63256" y="1453895"/>
            <a:ext cx="3767328" cy="4270248"/>
          </a:xfrm>
          <a:prstGeom prst="rect">
            <a:avLst/>
          </a:prstGeom>
          <a:solidFill>
            <a:srgbClr val="F8F9FB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isk_cro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08760"/>
            <a:ext cx="36576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89888"/>
            <a:ext cx="6995160" cy="489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Risks are unavoidable in software projects.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Early identification helps prevent major problems.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Risks should be analyzed according to probability and impact.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Appropriate response strategies should be planned.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rPr dirty="0"/>
              <a:t>•  Continuous monitoring helps keep the project under control.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endParaRPr lang="en-US" dirty="0"/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500"/>
              </a:spcAft>
              <a:defRPr sz="1900" b="1">
                <a:solidFill>
                  <a:srgbClr val="1E3752"/>
                </a:solidFill>
                <a:latin typeface="Arial"/>
              </a:defRPr>
            </a:pPr>
            <a:r>
              <a:rPr dirty="0"/>
              <a:t>Key Point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1E3752"/>
                </a:solidFill>
                <a:latin typeface="Arial"/>
              </a:defRPr>
            </a:pPr>
            <a:r>
              <a:rPr dirty="0"/>
              <a:t>Effective risk management increases the chance of </a:t>
            </a:r>
            <a:endParaRPr lang="en-US" dirty="0"/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1E3752"/>
                </a:solidFill>
                <a:latin typeface="Arial"/>
              </a:defRPr>
            </a:pPr>
            <a:r>
              <a:rPr dirty="0"/>
              <a:t>successful software project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752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430</Words>
  <Application>Microsoft Macintosh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angesilwal12@gmail.com</cp:lastModifiedBy>
  <cp:revision>3</cp:revision>
  <dcterms:created xsi:type="dcterms:W3CDTF">2013-01-27T09:14:16Z</dcterms:created>
  <dcterms:modified xsi:type="dcterms:W3CDTF">2026-08-20T07:51:32Z</dcterms:modified>
  <cp:category/>
</cp:coreProperties>
</file>